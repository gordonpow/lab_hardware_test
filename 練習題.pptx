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2"/>
    <p:sldId id="369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電子系三甲-廖彥翔" initials="電子系三甲-廖彥翔" lastIdx="1" clrIdx="0">
    <p:extLst>
      <p:ext uri="{19B8F6BF-5375-455C-9EA6-DF929625EA0E}">
        <p15:presenceInfo xmlns:p15="http://schemas.microsoft.com/office/powerpoint/2012/main" userId="電子系三甲-廖彥翔" providerId="None"/>
      </p:ext>
    </p:extLst>
  </p:cmAuthor>
  <p:cmAuthor id="2" name="陳陽棋" initials="陳陽棋" lastIdx="1" clrIdx="1">
    <p:extLst>
      <p:ext uri="{19B8F6BF-5375-455C-9EA6-DF929625EA0E}">
        <p15:presenceInfo xmlns:p15="http://schemas.microsoft.com/office/powerpoint/2012/main" userId="89977ddfb7357c9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8000"/>
    <a:srgbClr val="0000FF"/>
    <a:srgbClr val="FFFFFF"/>
    <a:srgbClr val="E5F5FF"/>
    <a:srgbClr val="A7CD8E"/>
    <a:srgbClr val="FF7373"/>
    <a:srgbClr val="FF66FF"/>
    <a:srgbClr val="FFFF99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6370" autoAdjust="0"/>
  </p:normalViewPr>
  <p:slideViewPr>
    <p:cSldViewPr snapToGrid="0">
      <p:cViewPr varScale="1">
        <p:scale>
          <a:sx n="81" d="100"/>
          <a:sy n="81" d="100"/>
        </p:scale>
        <p:origin x="126" y="444"/>
      </p:cViewPr>
      <p:guideLst/>
    </p:cSldViewPr>
  </p:slideViewPr>
  <p:outlineViewPr>
    <p:cViewPr>
      <p:scale>
        <a:sx n="33" d="100"/>
        <a:sy n="33" d="100"/>
      </p:scale>
      <p:origin x="0" y="-17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9F8E0-05F2-4742-BB97-D2E4F51035C8}" type="datetimeFigureOut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EDBFE4-86DF-49E3-AB07-98BBBFC455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9250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905C5-9D54-40E2-B40C-7996280CAB02}" type="datetimeFigureOut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A6B0B-A5FB-4629-B823-69B1A9EB3A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9117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38200" y="4295163"/>
            <a:ext cx="10515600" cy="1964122"/>
          </a:xfrm>
        </p:spPr>
        <p:txBody>
          <a:bodyPr>
            <a:normAutofit/>
          </a:bodyPr>
          <a:lstStyle>
            <a:lvl1pPr marL="0" indent="0" algn="l">
              <a:spcBef>
                <a:spcPts val="100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389529"/>
            <a:ext cx="10515600" cy="2905634"/>
          </a:xfrm>
        </p:spPr>
        <p:txBody>
          <a:bodyPr anchor="t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51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01850"/>
            <a:ext cx="10515600" cy="5037776"/>
          </a:xfrm>
        </p:spPr>
        <p:txBody>
          <a:bodyPr>
            <a:normAutofit/>
          </a:bodyPr>
          <a:lstStyle>
            <a:lvl1pPr hangingPunct="0"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426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606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493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3767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663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1833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36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184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894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410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29462F-9649-45DC-B90E-0B6F8B5F9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60D8C6-6A7F-485F-88D5-25111E491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5158CB-7FFA-4839-9A46-142368C7B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D03B4-BABB-42B7-9FE8-8039C93F00D0}" type="datetimeFigureOut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B76257-6754-4F33-BC81-34536E47E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A64AD9-00BC-4823-B8D2-ACAE55E6E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585C0-2E2F-43AA-8697-54E7D4B24B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254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202572"/>
            <a:ext cx="10515600" cy="5037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0C0CC965-A63A-473D-BEFB-C8F9714D5269}" type="datetimeFigureOut">
              <a:rPr lang="zh-TW" altLang="en-US" smtClean="0"/>
              <a:pPr/>
              <a:t>2025/4/30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90F9E983-480B-48C5-9E0F-D21C0DFBB5C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9" name="直線接點 8"/>
          <p:cNvCxnSpPr/>
          <p:nvPr userDrawn="1"/>
        </p:nvCxnSpPr>
        <p:spPr>
          <a:xfrm>
            <a:off x="838200" y="1143848"/>
            <a:ext cx="10515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 userDrawn="1"/>
        </p:nvCxnSpPr>
        <p:spPr>
          <a:xfrm>
            <a:off x="838200" y="6296092"/>
            <a:ext cx="105156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Shape 13" descr="C:\Documents and Settings\frederic\My Documents\My Pictures\Wallpaper Images\GSLAB_LOGO1-120x120.jpg"/>
          <p:cNvPicPr preferRelativeResize="0">
            <a:picLocks noChangeAspect="1"/>
          </p:cNvPicPr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11596536" y="6270925"/>
            <a:ext cx="561907" cy="561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842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</p:titleStyle>
    <p:bodyStyle>
      <a:lvl1pPr marL="144000" indent="-1440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6858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2pPr>
      <a:lvl3pPr marL="11430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3pPr>
      <a:lvl4pPr marL="16002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4pPr>
      <a:lvl5pPr marL="20574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07A139-A285-4099-9166-BF272FF96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評分標準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4E528F-009D-41C1-BAFD-41D17B4E8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000" dirty="0"/>
              <a:t>簡報內容</a:t>
            </a:r>
            <a:endParaRPr lang="en-US" altLang="zh-TW" sz="2000" dirty="0"/>
          </a:p>
          <a:p>
            <a:r>
              <a:rPr lang="zh-TW" altLang="en-US" sz="2000" dirty="0"/>
              <a:t>題目完成度</a:t>
            </a:r>
            <a:endParaRPr lang="en-US" altLang="zh-TW" sz="2000" dirty="0"/>
          </a:p>
          <a:p>
            <a:r>
              <a:rPr lang="zh-TW" altLang="en-US" sz="2000" dirty="0"/>
              <a:t>表達能力</a:t>
            </a:r>
            <a:endParaRPr lang="en-US" altLang="zh-TW" sz="2000" dirty="0"/>
          </a:p>
          <a:p>
            <a:endParaRPr lang="en-US" altLang="zh-TW" sz="20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7E1AB35-FC08-4DAE-B95B-C4D0767B77E1}"/>
              </a:ext>
            </a:extLst>
          </p:cNvPr>
          <p:cNvSpPr txBox="1"/>
          <p:nvPr/>
        </p:nvSpPr>
        <p:spPr>
          <a:xfrm>
            <a:off x="838200" y="2520769"/>
            <a:ext cx="3993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想做什麼就做什麼 能做多少就做多少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每題都試著去做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過程非常重要不要只放結果</a:t>
            </a:r>
          </a:p>
        </p:txBody>
      </p:sp>
    </p:spTree>
    <p:extLst>
      <p:ext uri="{BB962C8B-B14F-4D97-AF65-F5344CB8AC3E}">
        <p14:creationId xmlns:p14="http://schemas.microsoft.com/office/powerpoint/2010/main" val="305102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524473-2F81-C36B-BED2-9910A5D39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預期進度</a:t>
            </a:r>
            <a:r>
              <a:rPr lang="en-US" altLang="zh-TW" dirty="0"/>
              <a:t>(FPGA)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8E1514-013A-070B-14CF-3D416A336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計數器 </a:t>
            </a:r>
            <a:r>
              <a:rPr lang="en-US" altLang="zh-TW" dirty="0"/>
              <a:t>0-9</a:t>
            </a:r>
            <a:r>
              <a:rPr lang="zh-TW" altLang="en-US" dirty="0"/>
              <a:t>、</a:t>
            </a:r>
            <a:r>
              <a:rPr lang="en-US" altLang="zh-TW" dirty="0"/>
              <a:t>9-0</a:t>
            </a:r>
          </a:p>
          <a:p>
            <a:r>
              <a:rPr lang="en-US" altLang="zh-TW" dirty="0"/>
              <a:t>2.</a:t>
            </a:r>
            <a:r>
              <a:rPr lang="zh-TW" altLang="en-US" dirty="0"/>
              <a:t>兩個計數器的計數、上下限和上數下數都可設定</a:t>
            </a:r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設計一個</a:t>
            </a:r>
            <a:r>
              <a:rPr lang="en-US" altLang="zh-TW" dirty="0"/>
              <a:t>FSM</a:t>
            </a:r>
            <a:r>
              <a:rPr lang="zh-TW" altLang="en-US" dirty="0"/>
              <a:t>去讓兩個計數器去做輪流計數</a:t>
            </a:r>
            <a:endParaRPr lang="en-US" altLang="zh-TW" dirty="0"/>
          </a:p>
          <a:p>
            <a:r>
              <a:rPr lang="en-US" altLang="zh-TW" dirty="0"/>
              <a:t>4.</a:t>
            </a:r>
            <a:r>
              <a:rPr lang="zh-TW" altLang="en-US" dirty="0"/>
              <a:t>基於第三題，設計一個</a:t>
            </a:r>
            <a:r>
              <a:rPr lang="en-US" altLang="zh-TW" dirty="0"/>
              <a:t>PWM</a:t>
            </a:r>
            <a:r>
              <a:rPr lang="zh-TW" altLang="en-US" dirty="0"/>
              <a:t>呼吸燈，</a:t>
            </a:r>
            <a:r>
              <a:rPr lang="en-US" altLang="zh-TW" dirty="0"/>
              <a:t>1</a:t>
            </a:r>
            <a:r>
              <a:rPr lang="zh-TW" altLang="en-US" dirty="0"/>
              <a:t>數的時候，輸出</a:t>
            </a:r>
            <a:r>
              <a:rPr lang="en-US" altLang="zh-TW" dirty="0"/>
              <a:t>1</a:t>
            </a:r>
            <a:r>
              <a:rPr lang="zh-TW" altLang="en-US" dirty="0"/>
              <a:t>，換另外一個計數器的時候輸出</a:t>
            </a:r>
            <a:r>
              <a:rPr lang="en-US" altLang="zh-TW" dirty="0"/>
              <a:t>0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en-US" altLang="zh-TW" dirty="0"/>
              <a:t>5.</a:t>
            </a:r>
            <a:r>
              <a:rPr lang="zh-TW" altLang="en-US" dirty="0"/>
              <a:t>乒乓球遊戲</a:t>
            </a:r>
            <a:r>
              <a:rPr lang="en-US" altLang="zh-TW" dirty="0"/>
              <a:t>:LED</a:t>
            </a:r>
            <a:r>
              <a:rPr lang="zh-TW" altLang="en-US" dirty="0"/>
              <a:t>燈號當作球，移位到任一端點該端點的按鈕要按下，提早太晚都算輸球，過程把計分顯示在七段上</a:t>
            </a:r>
            <a:r>
              <a:rPr lang="en-US" altLang="zh-TW" dirty="0"/>
              <a:t>(</a:t>
            </a:r>
            <a:r>
              <a:rPr lang="zh-TW" altLang="en-US" dirty="0"/>
              <a:t>修改成分數一樣顯在</a:t>
            </a:r>
            <a:r>
              <a:rPr lang="en-US" altLang="zh-TW" dirty="0"/>
              <a:t>LED</a:t>
            </a:r>
            <a:r>
              <a:rPr lang="zh-TW" altLang="en-US" dirty="0"/>
              <a:t>上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6.</a:t>
            </a:r>
            <a:r>
              <a:rPr lang="zh-TW" altLang="en-US" dirty="0"/>
              <a:t>做變速球</a:t>
            </a:r>
            <a:r>
              <a:rPr lang="en-US" altLang="zh-TW" dirty="0"/>
              <a:t>:</a:t>
            </a:r>
            <a:r>
              <a:rPr lang="zh-TW" altLang="en-US" dirty="0"/>
              <a:t>速度忽快忽慢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BREAK DOWN/</a:t>
            </a:r>
            <a:r>
              <a:rPr lang="en-US" altLang="zh-TW" dirty="0">
                <a:solidFill>
                  <a:srgbClr val="FF0000"/>
                </a:solidFill>
              </a:rPr>
              <a:t> FSM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 /</a:t>
            </a:r>
            <a:r>
              <a:rPr lang="en-US" altLang="zh-TW" dirty="0">
                <a:solidFill>
                  <a:srgbClr val="FF0000"/>
                </a:solidFill>
              </a:rPr>
              <a:t>MSC/AOV/</a:t>
            </a:r>
            <a:r>
              <a:rPr lang="zh-TW" altLang="en-US" dirty="0">
                <a:solidFill>
                  <a:srgbClr val="FF0000"/>
                </a:solidFill>
              </a:rPr>
              <a:t>架構圖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>
                <a:solidFill>
                  <a:srgbClr val="FF0000"/>
                </a:solidFill>
              </a:rPr>
              <a:t>VHDL</a:t>
            </a:r>
          </a:p>
          <a:p>
            <a:endParaRPr lang="en-US" altLang="zh-TW" dirty="0">
              <a:solidFill>
                <a:srgbClr val="FF0000"/>
              </a:solidFill>
            </a:endParaRP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1543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96948</TotalTime>
  <Words>173</Words>
  <Application>Microsoft Office PowerPoint</Application>
  <PresentationFormat>寬螢幕</PresentationFormat>
  <Paragraphs>20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標楷體</vt:lpstr>
      <vt:lpstr>Arial</vt:lpstr>
      <vt:lpstr>Calibri</vt:lpstr>
      <vt:lpstr>Times New Roman</vt:lpstr>
      <vt:lpstr>Office 佈景主題</vt:lpstr>
      <vt:lpstr>評分標準</vt:lpstr>
      <vt:lpstr>預期進度(FPGA)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專案進度報告</dc:title>
  <dc:creator>user</dc:creator>
  <cp:lastModifiedBy>user</cp:lastModifiedBy>
  <cp:revision>1504</cp:revision>
  <dcterms:created xsi:type="dcterms:W3CDTF">2019-03-11T13:47:46Z</dcterms:created>
  <dcterms:modified xsi:type="dcterms:W3CDTF">2025-04-30T12:17:59Z</dcterms:modified>
</cp:coreProperties>
</file>